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4" r:id="rId11"/>
    <p:sldId id="340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0" d="100"/>
          <a:sy n="90" d="100"/>
        </p:scale>
        <p:origin x="474" y="8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tharvaDatar2004/Seasonal_Agriculture_Performance_Data_Analytic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198" y="2732168"/>
            <a:ext cx="11166306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</a:t>
            </a:r>
            <a:r>
              <a:rPr lang="en-GB" sz="3200" dirty="0" smtClean="0"/>
              <a:t>- </a:t>
            </a:r>
            <a:r>
              <a:rPr lang="en-IN" sz="27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36198" y="4824128"/>
            <a:ext cx="544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STU671fb73abc7fa1730131770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36198" y="3588198"/>
            <a:ext cx="9335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Name : </a:t>
            </a:r>
            <a:r>
              <a:rPr lang="en-IN" dirty="0"/>
              <a:t>Atharva Abhaykumar </a:t>
            </a:r>
            <a:r>
              <a:rPr lang="en-IN" dirty="0" smtClean="0"/>
              <a:t>Datar</a:t>
            </a:r>
          </a:p>
          <a:p>
            <a:endParaRPr lang="en-IN" dirty="0"/>
          </a:p>
          <a:p>
            <a:r>
              <a:rPr lang="en-IN" b="1" dirty="0" smtClean="0"/>
              <a:t>College Name : </a:t>
            </a:r>
            <a:r>
              <a:rPr lang="en-IN" dirty="0"/>
              <a:t>Dr. Babasaheb Ambedkar Technological </a:t>
            </a:r>
            <a:r>
              <a:rPr lang="en-IN" dirty="0" smtClean="0"/>
              <a:t>University , Lonere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705435"/>
            <a:ext cx="6431280" cy="389792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800" dirty="0"/>
              <a:t>Agricultural performance varies across seasons. </a:t>
            </a:r>
          </a:p>
          <a:p>
            <a:r>
              <a:rPr lang="en-US" sz="2800" dirty="0"/>
              <a:t>Environmental conditions, farming practices and resources affect outcomes. </a:t>
            </a:r>
          </a:p>
          <a:p>
            <a:r>
              <a:rPr lang="en-US" sz="2800" dirty="0"/>
              <a:t>Raw data does not </a:t>
            </a:r>
            <a:r>
              <a:rPr lang="en-US" sz="2800" dirty="0" smtClean="0"/>
              <a:t>clearly </a:t>
            </a:r>
            <a:r>
              <a:rPr lang="en-US" sz="2800" dirty="0"/>
              <a:t>show seasonal patterns. </a:t>
            </a:r>
          </a:p>
          <a:p>
            <a:r>
              <a:rPr lang="en-US" sz="2800" dirty="0"/>
              <a:t>This project analyzes </a:t>
            </a:r>
            <a:r>
              <a:rPr lang="en-US" sz="2800" b="1" dirty="0"/>
              <a:t>yield, resources, environmental factors and profitability</a:t>
            </a:r>
            <a:r>
              <a:rPr lang="en-US" sz="2800" dirty="0"/>
              <a:t> across seasons. </a:t>
            </a:r>
          </a:p>
          <a:p>
            <a:r>
              <a:rPr lang="en-US" sz="2800" dirty="0"/>
              <a:t>Aim: Generate </a:t>
            </a:r>
            <a:r>
              <a:rPr lang="en-US" sz="2800" b="1" dirty="0"/>
              <a:t>data-driven agricultural insights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60399" y="1371302"/>
            <a:ext cx="575528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Dataset: </a:t>
            </a:r>
            <a:r>
              <a:rPr lang="en-IN" b="1" dirty="0"/>
              <a:t>4,000 records, 28 attributes</a:t>
            </a:r>
            <a:r>
              <a:rPr lang="en-IN" dirty="0"/>
              <a:t>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Seasons: </a:t>
            </a:r>
            <a:r>
              <a:rPr lang="en-IN" b="1" dirty="0"/>
              <a:t>Kharif, Rabi &amp; Zaid</a:t>
            </a:r>
            <a:r>
              <a:rPr lang="en-IN" dirty="0"/>
              <a:t>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Covers crops, locations, environment, irrigation and economics.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Performed: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cleaning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EDA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Seasonal comparison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Correlation analysis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Statistical testing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Visualization </a:t>
            </a:r>
            <a:endParaRPr lang="en-I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Goal:</a:t>
            </a:r>
            <a:r>
              <a:rPr lang="en-IN" dirty="0"/>
              <a:t> Identify meaningful seasonal patterns and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20008" y="1753000"/>
            <a:ext cx="701025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👨‍🌾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Crop &amp; resource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🌾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Planners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Seasonal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🔬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Agricultural pattern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🏛️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Makers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Evidence-based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💼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Businesses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Production &amp; profitability analysis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IN" sz="2400" b="1" dirty="0">
                <a:latin typeface="Trebuchet MS (Body)"/>
              </a:rPr>
              <a:t>Language:</a:t>
            </a:r>
            <a:r>
              <a:rPr lang="en-IN" sz="2400" dirty="0">
                <a:latin typeface="Trebuchet MS (Body)"/>
              </a:rPr>
              <a:t> </a:t>
            </a:r>
            <a:r>
              <a:rPr lang="en-IN" sz="2400" dirty="0" smtClean="0">
                <a:latin typeface="Trebuchet MS (Body)"/>
              </a:rPr>
              <a:t>Python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rebuchet MS (Body)"/>
              </a:rPr>
              <a:t>Libraries:</a:t>
            </a:r>
            <a:r>
              <a:rPr lang="en-IN" sz="2400" dirty="0">
                <a:latin typeface="Trebuchet MS (Body)"/>
              </a:rPr>
              <a:t> Pandas, NumPy, Matplotlib, Seaborn, </a:t>
            </a:r>
            <a:r>
              <a:rPr lang="en-IN" sz="2400" dirty="0" smtClean="0">
                <a:latin typeface="Trebuchet MS (Body)"/>
              </a:rPr>
              <a:t>SciPy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rebuchet MS (Body)"/>
              </a:rPr>
              <a:t>Tools:</a:t>
            </a:r>
            <a:r>
              <a:rPr lang="en-IN" sz="2400" dirty="0">
                <a:latin typeface="Trebuchet MS (Body)"/>
              </a:rPr>
              <a:t> Jupyter Notebook, Visual Studio </a:t>
            </a:r>
            <a:r>
              <a:rPr lang="en-IN" sz="2400" dirty="0" smtClean="0">
                <a:latin typeface="Trebuchet MS (Body)"/>
              </a:rPr>
              <a:t>Code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rebuchet MS (Body)"/>
              </a:rPr>
              <a:t>Techniques:</a:t>
            </a:r>
            <a:r>
              <a:rPr lang="en-IN" sz="2400" dirty="0">
                <a:latin typeface="Trebuchet MS (Body)"/>
              </a:rPr>
              <a:t> Data Cleaning, EDA, Correlation Analysis, ANOVA, Data Visualization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2400" dirty="0">
                <a:latin typeface="Trebuchet MS (Body)"/>
              </a:rPr>
              <a:t/>
            </a:r>
            <a:br>
              <a:rPr lang="en-IN" sz="2400" dirty="0">
                <a:latin typeface="Trebuchet MS (Body)"/>
              </a:rPr>
            </a:br>
            <a:endParaRPr lang="en-IN" sz="2400" dirty="0" smtClean="0">
              <a:latin typeface="Trebuchet MS (Body)"/>
            </a:endParaRPr>
          </a:p>
          <a:p>
            <a:pPr lvl="1">
              <a:lnSpc>
                <a:spcPct val="150000"/>
              </a:lnSpc>
            </a:pPr>
            <a:endParaRPr lang="en-IN" sz="2400" dirty="0">
              <a:latin typeface="Trebuchet MS (Body)"/>
            </a:endParaRPr>
          </a:p>
          <a:p>
            <a:pPr lvl="1">
              <a:lnSpc>
                <a:spcPct val="150000"/>
              </a:lnSpc>
            </a:pPr>
            <a:endParaRPr lang="en-IN" sz="2400" dirty="0">
              <a:latin typeface="Trebuchet MS (Body)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349" t="2089" r="2740" b="4684"/>
          <a:stretch/>
        </p:blipFill>
        <p:spPr>
          <a:xfrm>
            <a:off x="320981" y="1208411"/>
            <a:ext cx="7174971" cy="528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30" y="1091451"/>
            <a:ext cx="7748129" cy="472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699" t="2026"/>
          <a:stretch/>
        </p:blipFill>
        <p:spPr>
          <a:xfrm>
            <a:off x="491102" y="1275370"/>
            <a:ext cx="7653437" cy="502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371706"/>
            <a:ext cx="7866088" cy="485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87" y="1358796"/>
            <a:ext cx="8733969" cy="424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75957" y="1371600"/>
            <a:ext cx="473579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Yield </a:t>
            </a:r>
            <a:r>
              <a:rPr lang="en-IN" sz="2400" dirty="0" smtClean="0"/>
              <a:t>and </a:t>
            </a:r>
            <a:r>
              <a:rPr lang="en-IN" sz="2400" dirty="0"/>
              <a:t>profit </a:t>
            </a:r>
            <a:r>
              <a:rPr lang="en-IN" sz="2400" dirty="0" smtClean="0"/>
              <a:t>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State/District-level </a:t>
            </a:r>
            <a:r>
              <a:rPr lang="en-IN" sz="2400" dirty="0" smtClean="0"/>
              <a:t>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/>
              <a:t>Weather </a:t>
            </a:r>
            <a:r>
              <a:rPr lang="en-IN" sz="2400" dirty="0"/>
              <a:t>data </a:t>
            </a:r>
            <a:r>
              <a:rPr lang="en-IN" sz="2400" dirty="0" smtClean="0"/>
              <a:t>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/>
              <a:t>Crop </a:t>
            </a:r>
            <a:r>
              <a:rPr lang="en-IN" sz="2400" dirty="0"/>
              <a:t>recommendation </a:t>
            </a:r>
            <a:r>
              <a:rPr lang="en-IN" sz="2400" dirty="0" smtClean="0"/>
              <a:t>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Resource </a:t>
            </a:r>
            <a:r>
              <a:rPr lang="en-IN" sz="2400" dirty="0" smtClean="0"/>
              <a:t>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Multi-year time-series analysis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675957" y="119041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chemeClr val="accent4"/>
                </a:solidFill>
                <a:hlinkClick r:id="rId3"/>
              </a:rPr>
              <a:t>https://github.com/AtharvaDatar2004/Seasonal_Agriculture_Performance_Data_Analytics</a:t>
            </a:r>
            <a:endParaRPr lang="en-IN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479215"/>
            <a:ext cx="7266564" cy="499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2799684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590</TotalTime>
  <Words>243</Words>
  <Application>Microsoft Office PowerPoint</Application>
  <PresentationFormat>Widescreen</PresentationFormat>
  <Paragraphs>68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Trebuchet MS</vt:lpstr>
      <vt:lpstr>Trebuchet MS (Body)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Atharva</cp:lastModifiedBy>
  <cp:revision>109</cp:revision>
  <dcterms:created xsi:type="dcterms:W3CDTF">2021-07-11T13:13:15Z</dcterms:created>
  <dcterms:modified xsi:type="dcterms:W3CDTF">2026-09-05T07:20:35Z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